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11" autoAdjust="0"/>
    <p:restoredTop sz="96723" autoAdjust="0"/>
  </p:normalViewPr>
  <p:slideViewPr>
    <p:cSldViewPr>
      <p:cViewPr varScale="1">
        <p:scale>
          <a:sx n="123" d="100"/>
          <a:sy n="123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969C26-DB10-8AA9-19AA-99B433E90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664A137-832F-221F-128E-309556382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698016-B503-812A-F82D-9C66618CF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DE471-16F8-4B0F-8B51-0BD18AA9A0A4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5D536D-FC38-9DE1-6646-FD1C4C92C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3412002-C654-8442-0AB8-148DF33C3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092C-39B0-4912-9170-18D0CAD60E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4067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74ED2E-AB6D-A1DD-6F27-60E358F93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C5839D-4545-7FC5-4E05-741C47A43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B38FB4-128E-442F-972D-20B519506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DE471-16F8-4B0F-8B51-0BD18AA9A0A4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E1897B5-FD2D-F8AC-397D-4D91C7931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DD6DA0D-9D8C-1EE3-4283-5F1C6F454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092C-39B0-4912-9170-18D0CAD60E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430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2EBA71-F70F-4D17-AD6F-EC76E35C8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87F69F2-24DF-C861-0390-565743B83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6E3EC0-EAFA-6225-6742-FC5357264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DE471-16F8-4B0F-8B51-0BD18AA9A0A4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0F3386-EEBE-6B7C-C91E-85A7CA73B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64446A7-DB47-A03A-FA37-F7E1C1578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092C-39B0-4912-9170-18D0CAD60E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3833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7D911D-B0D4-87CC-D1F6-7E30025E6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B49726-202F-E636-92E5-A35BA672A8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B4DDD6A-34B8-7445-43C8-381AE62EEB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42C4C29-53A6-B08A-F612-8737023E3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DE471-16F8-4B0F-8B51-0BD18AA9A0A4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4674172-BC41-BA79-DD58-2C551CE79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52E7BE5-4B8E-439B-986E-625560BEA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092C-39B0-4912-9170-18D0CAD60E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5966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166B21-2509-01DA-8769-32DC2A65A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77841E5-799D-CAD5-FD2E-B172489C5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7D55613-90ED-8EE3-1ED9-2AC3EC3CA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E6B8974-4B89-A436-E934-49FA4419CD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ED67343-CDAC-8627-51ED-CED522814D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B8B90C6-4C64-9488-A203-10D4CE0BA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DE471-16F8-4B0F-8B51-0BD18AA9A0A4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40CBF09-AB94-2896-2FC8-F06987F63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F79FE6A-4FF4-B596-8FC0-F304979BF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092C-39B0-4912-9170-18D0CAD60E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592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A02A4B-9F67-DA27-7B0E-66561F5B3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7F21C72-9D5B-A37D-8F70-C78F7E131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DE471-16F8-4B0F-8B51-0BD18AA9A0A4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9365157-0AE9-6A77-38D2-CC08D39B8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3048A73-7BF8-BE69-CE82-F5E743395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092C-39B0-4912-9170-18D0CAD60E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4072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07983D6-A8A0-A782-3124-6F8FAD8E6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DE471-16F8-4B0F-8B51-0BD18AA9A0A4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ACE6C1D-F4C0-E00C-8F81-5884044D1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139675-F16B-B85B-FC5F-A2D46EAF0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092C-39B0-4912-9170-18D0CAD60E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4364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AECACE-1FBE-C8D2-D21B-2FE9E9EF3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C31BDB-38A2-7354-DD69-DEB041FAB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C8196A1-3A11-8828-2219-48ACC3330B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CA1131D-F768-3DE3-2720-19721237B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DE471-16F8-4B0F-8B51-0BD18AA9A0A4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FA5BE7E-1571-BE1F-D838-D9F77F530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71B96F7-9F19-2478-E896-E106C5648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092C-39B0-4912-9170-18D0CAD60E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5591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62712E-6773-8CE0-0B0F-2E5FE1B7C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52D66FA-5293-CE4B-7C30-6D7A5BCFC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606750B-9C61-BD35-EC65-0F7F117715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AEC7B59-9ED8-C78A-67F0-7E4E2CC3B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DE471-16F8-4B0F-8B51-0BD18AA9A0A4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7416A19-80DB-6E1C-3B32-B953527AD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2DD449E-1F9D-FB1E-CE95-AD4FE9AA1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092C-39B0-4912-9170-18D0CAD60E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4578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5AE3AE-4A26-EBD1-AB20-0BDF5D6E5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05C1660-F741-3A8B-F5AD-A3CB710A2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7506A9-DE44-F604-64E3-95FB3603F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DE471-16F8-4B0F-8B51-0BD18AA9A0A4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EF78B6-C540-2969-BFF1-DF837BA43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3C6A38-6E1B-33E9-F046-7F70BD985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092C-39B0-4912-9170-18D0CAD60E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9579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44B676F-5AB4-4022-5FBE-F26BCCB67D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84075A6-E3B7-72F4-E8A4-3CF12D799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1E6FA6-77FF-A55C-B8EC-D834A1CE7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DE471-16F8-4B0F-8B51-0BD18AA9A0A4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8470FE-28EA-5124-3C86-93C127138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7E35C0-30E4-1821-FEFB-E8BC5F72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092C-39B0-4912-9170-18D0CAD60E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6464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41E02C1-26D6-6673-68AF-84F74FA22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FD3727A-079A-ABB5-9ED0-020584C83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44AAC7-B470-95A3-E56B-E05339E931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CDE471-16F8-4B0F-8B51-0BD18AA9A0A4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C5FF0D-65A2-3B30-B0D0-52A60F4D3D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3E24E8-F7F8-3091-9B33-0C4FFFDBE6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7F092C-39B0-4912-9170-18D0CAD60E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8050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C23063A-DD24-A4D7-8962-E64C5CA52EA9}"/>
              </a:ext>
            </a:extLst>
          </p:cNvPr>
          <p:cNvSpPr/>
          <p:nvPr/>
        </p:nvSpPr>
        <p:spPr>
          <a:xfrm>
            <a:off x="983432" y="2737766"/>
            <a:ext cx="1512168" cy="5760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r>
              <a:rPr lang="fr-FR" sz="1200">
                <a:solidFill>
                  <a:srgbClr val="FFC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NREGISTRER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0BACCB-F6E8-4A6A-84C0-EF855E9BBF98}"/>
              </a:ext>
            </a:extLst>
          </p:cNvPr>
          <p:cNvSpPr/>
          <p:nvPr/>
        </p:nvSpPr>
        <p:spPr>
          <a:xfrm>
            <a:off x="983432" y="3284984"/>
            <a:ext cx="1512168" cy="5760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</a:t>
            </a:r>
            <a:r>
              <a:rPr lang="fr-FR" sz="1200">
                <a:solidFill>
                  <a:srgbClr val="FFC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RACES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C78F15D-1E51-9643-2571-99848F2816B0}"/>
              </a:ext>
            </a:extLst>
          </p:cNvPr>
          <p:cNvSpPr txBox="1"/>
          <p:nvPr/>
        </p:nvSpPr>
        <p:spPr>
          <a:xfrm>
            <a:off x="983432" y="2399970"/>
            <a:ext cx="151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latin typeface="Verdana" panose="020B0604030504040204" pitchFamily="34" charset="0"/>
                <a:ea typeface="Verdana" panose="020B0604030504040204" pitchFamily="34" charset="0"/>
              </a:rPr>
              <a:t>Ecran Principal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BE8BF9-9273-27AB-0C00-92F3C623C80A}"/>
              </a:ext>
            </a:extLst>
          </p:cNvPr>
          <p:cNvSpPr/>
          <p:nvPr/>
        </p:nvSpPr>
        <p:spPr>
          <a:xfrm>
            <a:off x="983432" y="3861048"/>
            <a:ext cx="1512168" cy="5760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  <a:r>
              <a:rPr lang="fr-FR" sz="1200">
                <a:solidFill>
                  <a:srgbClr val="FFC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NFORMATIONS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321B8A-DC1E-3C1B-64AD-A9C39499B0D2}"/>
              </a:ext>
            </a:extLst>
          </p:cNvPr>
          <p:cNvSpPr/>
          <p:nvPr/>
        </p:nvSpPr>
        <p:spPr>
          <a:xfrm>
            <a:off x="2999656" y="1052736"/>
            <a:ext cx="1512168" cy="5760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</a:t>
            </a:r>
            <a:r>
              <a:rPr lang="fr-FR" sz="1200">
                <a:solidFill>
                  <a:srgbClr val="FFC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ÉGLAGES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ED8DBC-B262-8487-2401-B2E04DFEA8AF}"/>
              </a:ext>
            </a:extLst>
          </p:cNvPr>
          <p:cNvSpPr/>
          <p:nvPr/>
        </p:nvSpPr>
        <p:spPr>
          <a:xfrm>
            <a:off x="2999656" y="1599954"/>
            <a:ext cx="1512168" cy="5760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</a:t>
            </a:r>
            <a:r>
              <a:rPr lang="fr-FR" sz="1200">
                <a:solidFill>
                  <a:srgbClr val="FFC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ARCHER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D2406A4-071F-CA6C-D223-9F9DD4D67299}"/>
              </a:ext>
            </a:extLst>
          </p:cNvPr>
          <p:cNvSpPr txBox="1"/>
          <p:nvPr/>
        </p:nvSpPr>
        <p:spPr>
          <a:xfrm>
            <a:off x="2999656" y="714940"/>
            <a:ext cx="151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latin typeface="Verdana" panose="020B0604030504040204" pitchFamily="34" charset="0"/>
                <a:ea typeface="Verdana" panose="020B0604030504040204" pitchFamily="34" charset="0"/>
              </a:rPr>
              <a:t>Ecran Enregistrer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C6E0D3-EDE6-F3D6-48D4-C3B0F4D4205A}"/>
              </a:ext>
            </a:extLst>
          </p:cNvPr>
          <p:cNvSpPr/>
          <p:nvPr/>
        </p:nvSpPr>
        <p:spPr>
          <a:xfrm>
            <a:off x="2999656" y="2176018"/>
            <a:ext cx="1512168" cy="5760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</a:t>
            </a:r>
            <a:r>
              <a:rPr lang="fr-FR" sz="1200">
                <a:solidFill>
                  <a:srgbClr val="FFC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ETOUR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3A8FB3-9E13-7219-5ADC-6298E47376D5}"/>
              </a:ext>
            </a:extLst>
          </p:cNvPr>
          <p:cNvSpPr/>
          <p:nvPr/>
        </p:nvSpPr>
        <p:spPr>
          <a:xfrm>
            <a:off x="5159896" y="1052736"/>
            <a:ext cx="1512168" cy="5760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</a:t>
            </a:r>
            <a:r>
              <a:rPr lang="fr-FR" sz="1200">
                <a:solidFill>
                  <a:srgbClr val="FFC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YTHME SON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A9EC364-84CB-CCD4-E563-CFA06540DC80}"/>
              </a:ext>
            </a:extLst>
          </p:cNvPr>
          <p:cNvSpPr txBox="1"/>
          <p:nvPr/>
        </p:nvSpPr>
        <p:spPr>
          <a:xfrm>
            <a:off x="5087888" y="714940"/>
            <a:ext cx="16561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latin typeface="Verdana" panose="020B0604030504040204" pitchFamily="34" charset="0"/>
                <a:ea typeface="Verdana" panose="020B0604030504040204" pitchFamily="34" charset="0"/>
              </a:rPr>
              <a:t>Ecran Réglages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57F5B8-0C90-5582-3121-C1E2DC2F180F}"/>
              </a:ext>
            </a:extLst>
          </p:cNvPr>
          <p:cNvSpPr/>
          <p:nvPr/>
        </p:nvSpPr>
        <p:spPr>
          <a:xfrm>
            <a:off x="5159896" y="1628800"/>
            <a:ext cx="1512168" cy="5760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15</a:t>
            </a:r>
            <a:r>
              <a:rPr lang="fr-FR" sz="1200">
                <a:solidFill>
                  <a:srgbClr val="FFC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SEC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7D7094-4DA6-DFA9-19C0-1346779884EC}"/>
              </a:ext>
            </a:extLst>
          </p:cNvPr>
          <p:cNvSpPr/>
          <p:nvPr/>
        </p:nvSpPr>
        <p:spPr>
          <a:xfrm>
            <a:off x="7320136" y="1052736"/>
            <a:ext cx="1512168" cy="5760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>
              <a:solidFill>
                <a:srgbClr val="FFC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3FE2187-3EEE-6391-DC8B-7ACE3BF4B303}"/>
              </a:ext>
            </a:extLst>
          </p:cNvPr>
          <p:cNvSpPr txBox="1"/>
          <p:nvPr/>
        </p:nvSpPr>
        <p:spPr>
          <a:xfrm>
            <a:off x="7320136" y="714940"/>
            <a:ext cx="151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latin typeface="Verdana" panose="020B0604030504040204" pitchFamily="34" charset="0"/>
                <a:ea typeface="Verdana" panose="020B0604030504040204" pitchFamily="34" charset="0"/>
              </a:rPr>
              <a:t>Ecran Marcher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F2981F-33E1-AF0D-AF24-87F3E40FDA4B}"/>
              </a:ext>
            </a:extLst>
          </p:cNvPr>
          <p:cNvSpPr/>
          <p:nvPr/>
        </p:nvSpPr>
        <p:spPr>
          <a:xfrm>
            <a:off x="7320136" y="2176018"/>
            <a:ext cx="1512168" cy="5760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</a:t>
            </a:r>
            <a:r>
              <a:rPr lang="fr-FR" sz="1200">
                <a:solidFill>
                  <a:srgbClr val="FFC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AUSE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1096DB9-6313-4F93-CFAF-63471C65377F}"/>
              </a:ext>
            </a:extLst>
          </p:cNvPr>
          <p:cNvSpPr/>
          <p:nvPr/>
        </p:nvSpPr>
        <p:spPr>
          <a:xfrm>
            <a:off x="5159896" y="2176018"/>
            <a:ext cx="1512168" cy="5760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</a:t>
            </a:r>
            <a:r>
              <a:rPr lang="fr-FR" sz="1200">
                <a:solidFill>
                  <a:srgbClr val="FFC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ETOUR</a:t>
            </a: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C55F22E2-970A-A667-248B-63E89E41143C}"/>
              </a:ext>
            </a:extLst>
          </p:cNvPr>
          <p:cNvCxnSpPr>
            <a:cxnSpLocks/>
            <a:stCxn id="17" idx="2"/>
            <a:endCxn id="17" idx="0"/>
          </p:cNvCxnSpPr>
          <p:nvPr/>
        </p:nvCxnSpPr>
        <p:spPr>
          <a:xfrm flipV="1">
            <a:off x="8076220" y="1052736"/>
            <a:ext cx="0" cy="576064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983B41D8-60DE-279D-E77E-AE93BCAB4772}"/>
              </a:ext>
            </a:extLst>
          </p:cNvPr>
          <p:cNvSpPr/>
          <p:nvPr/>
        </p:nvSpPr>
        <p:spPr>
          <a:xfrm>
            <a:off x="7320136" y="1599954"/>
            <a:ext cx="1512168" cy="5760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1.3</a:t>
            </a:r>
            <a:r>
              <a:rPr lang="fr-FR" sz="1200">
                <a:solidFill>
                  <a:srgbClr val="FFC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KM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9E9D190E-A3E2-7901-4C77-4F1868C924B8}"/>
              </a:ext>
            </a:extLst>
          </p:cNvPr>
          <p:cNvSpPr/>
          <p:nvPr/>
        </p:nvSpPr>
        <p:spPr>
          <a:xfrm>
            <a:off x="7752184" y="1124744"/>
            <a:ext cx="360000" cy="36004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E06DFF2-379D-67A7-752E-6132D2661221}"/>
              </a:ext>
            </a:extLst>
          </p:cNvPr>
          <p:cNvSpPr/>
          <p:nvPr/>
        </p:nvSpPr>
        <p:spPr>
          <a:xfrm>
            <a:off x="9156340" y="1052736"/>
            <a:ext cx="1512168" cy="5760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</a:t>
            </a:r>
            <a:r>
              <a:rPr lang="fr-FR" sz="1200">
                <a:solidFill>
                  <a:srgbClr val="FFC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ÉGLAGES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6481D6D8-08DC-E98E-72BF-E59DBC769BE0}"/>
              </a:ext>
            </a:extLst>
          </p:cNvPr>
          <p:cNvSpPr txBox="1"/>
          <p:nvPr/>
        </p:nvSpPr>
        <p:spPr>
          <a:xfrm>
            <a:off x="9156340" y="714940"/>
            <a:ext cx="151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latin typeface="Verdana" panose="020B0604030504040204" pitchFamily="34" charset="0"/>
                <a:ea typeface="Verdana" panose="020B0604030504040204" pitchFamily="34" charset="0"/>
              </a:rPr>
              <a:t>Ecran Pause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E063382-5FFE-7579-EB16-CEF554846E1D}"/>
              </a:ext>
            </a:extLst>
          </p:cNvPr>
          <p:cNvSpPr/>
          <p:nvPr/>
        </p:nvSpPr>
        <p:spPr>
          <a:xfrm>
            <a:off x="9156340" y="2176018"/>
            <a:ext cx="1512168" cy="5760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</a:t>
            </a:r>
            <a:r>
              <a:rPr lang="fr-FR" sz="1200">
                <a:solidFill>
                  <a:srgbClr val="FFC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AUVER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A230F30-3E3D-24A7-87FA-9F1E53300A73}"/>
              </a:ext>
            </a:extLst>
          </p:cNvPr>
          <p:cNvSpPr/>
          <p:nvPr/>
        </p:nvSpPr>
        <p:spPr>
          <a:xfrm>
            <a:off x="9156340" y="1599954"/>
            <a:ext cx="1512168" cy="5760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</a:t>
            </a:r>
            <a:r>
              <a:rPr lang="fr-FR" sz="1200">
                <a:solidFill>
                  <a:srgbClr val="FFC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EPRENDRE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E595A43-2582-ACAA-85C5-34EB125D8EEF}"/>
              </a:ext>
            </a:extLst>
          </p:cNvPr>
          <p:cNvSpPr/>
          <p:nvPr/>
        </p:nvSpPr>
        <p:spPr>
          <a:xfrm>
            <a:off x="2999656" y="4393950"/>
            <a:ext cx="1512168" cy="5760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10/02/2026</a:t>
            </a:r>
          </a:p>
          <a:p>
            <a:pPr algn="ctr"/>
            <a:r>
              <a:rPr lang="fr-FR" sz="1200">
                <a:solidFill>
                  <a:srgbClr val="FFC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Autour du village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731357D-9787-A697-97D6-2372395F048D}"/>
              </a:ext>
            </a:extLst>
          </p:cNvPr>
          <p:cNvSpPr/>
          <p:nvPr/>
        </p:nvSpPr>
        <p:spPr>
          <a:xfrm>
            <a:off x="2999656" y="4941168"/>
            <a:ext cx="1512168" cy="5760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</a:t>
            </a:r>
            <a:r>
              <a:rPr lang="fr-FR" sz="1200">
                <a:solidFill>
                  <a:srgbClr val="FFC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UIVRE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1931A57D-2D8B-8275-D70B-847DFBA1E446}"/>
              </a:ext>
            </a:extLst>
          </p:cNvPr>
          <p:cNvSpPr txBox="1"/>
          <p:nvPr/>
        </p:nvSpPr>
        <p:spPr>
          <a:xfrm>
            <a:off x="2999656" y="4056154"/>
            <a:ext cx="151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latin typeface="Verdana" panose="020B0604030504040204" pitchFamily="34" charset="0"/>
                <a:ea typeface="Verdana" panose="020B0604030504040204" pitchFamily="34" charset="0"/>
              </a:rPr>
              <a:t>Ecran Traces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8605574-CCE5-DFE9-382B-12E835C636EE}"/>
              </a:ext>
            </a:extLst>
          </p:cNvPr>
          <p:cNvSpPr/>
          <p:nvPr/>
        </p:nvSpPr>
        <p:spPr>
          <a:xfrm>
            <a:off x="2999656" y="5517232"/>
            <a:ext cx="1512168" cy="5760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</a:t>
            </a:r>
            <a:r>
              <a:rPr lang="fr-FR" sz="1200">
                <a:solidFill>
                  <a:srgbClr val="FFC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ETOUR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B920318F-8E9B-E9E8-23F7-FB1059E01E81}"/>
              </a:ext>
            </a:extLst>
          </p:cNvPr>
          <p:cNvSpPr txBox="1"/>
          <p:nvPr/>
        </p:nvSpPr>
        <p:spPr>
          <a:xfrm>
            <a:off x="4823851" y="1131115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latin typeface="Verdana" panose="020B0604030504040204" pitchFamily="34" charset="0"/>
                <a:ea typeface="Verdana" panose="020B0604030504040204" pitchFamily="34" charset="0"/>
              </a:rPr>
              <a:t>&lt;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11D907D7-1C5F-D44E-945E-F7A967849E1B}"/>
              </a:ext>
            </a:extLst>
          </p:cNvPr>
          <p:cNvSpPr txBox="1"/>
          <p:nvPr/>
        </p:nvSpPr>
        <p:spPr>
          <a:xfrm>
            <a:off x="6609122" y="1120292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7FA8BCEE-13AC-46F4-F9AF-9DD3BADA63B5}"/>
              </a:ext>
            </a:extLst>
          </p:cNvPr>
          <p:cNvSpPr txBox="1"/>
          <p:nvPr/>
        </p:nvSpPr>
        <p:spPr>
          <a:xfrm>
            <a:off x="4823851" y="1731687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latin typeface="Verdana" panose="020B0604030504040204" pitchFamily="34" charset="0"/>
                <a:ea typeface="Verdana" panose="020B0604030504040204" pitchFamily="34" charset="0"/>
              </a:rPr>
              <a:t>&lt;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5324BEC2-C2C8-AC3A-11E3-B7224DC2E469}"/>
              </a:ext>
            </a:extLst>
          </p:cNvPr>
          <p:cNvSpPr txBox="1"/>
          <p:nvPr/>
        </p:nvSpPr>
        <p:spPr>
          <a:xfrm>
            <a:off x="6609122" y="1720864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BB060F8D-C051-CEA6-66C2-3A9C4AB54BE3}"/>
              </a:ext>
            </a:extLst>
          </p:cNvPr>
          <p:cNvSpPr txBox="1"/>
          <p:nvPr/>
        </p:nvSpPr>
        <p:spPr>
          <a:xfrm>
            <a:off x="2680628" y="4467395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latin typeface="Verdana" panose="020B0604030504040204" pitchFamily="34" charset="0"/>
                <a:ea typeface="Verdana" panose="020B0604030504040204" pitchFamily="34" charset="0"/>
              </a:rPr>
              <a:t>&lt;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ED5A0B4C-42C0-CD53-B09B-704BF7D953F5}"/>
              </a:ext>
            </a:extLst>
          </p:cNvPr>
          <p:cNvSpPr txBox="1"/>
          <p:nvPr/>
        </p:nvSpPr>
        <p:spPr>
          <a:xfrm>
            <a:off x="4448374" y="4457452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71662331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Grand écran</PresentationFormat>
  <Paragraphs>30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Thierry OLLIVIER</dc:creator>
  <cp:lastModifiedBy>Thierry OLLIVIER</cp:lastModifiedBy>
  <cp:revision>3</cp:revision>
  <dcterms:created xsi:type="dcterms:W3CDTF">2026-03-02T20:17:57Z</dcterms:created>
  <dcterms:modified xsi:type="dcterms:W3CDTF">2026-03-02T21:29:39Z</dcterms:modified>
</cp:coreProperties>
</file>